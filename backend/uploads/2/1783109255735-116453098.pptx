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6" r:id="rId5"/>
    <p:sldId id="258" r:id="rId6"/>
    <p:sldId id="286" r:id="rId7"/>
    <p:sldId id="287" r:id="rId8"/>
    <p:sldId id="266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1/18/2026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1/18/2026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Click to edit Master subtitle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0057" y="1672046"/>
            <a:ext cx="7748887" cy="1967266"/>
          </a:xfrm>
        </p:spPr>
        <p:txBody>
          <a:bodyPr/>
          <a:lstStyle/>
          <a:p>
            <a:r>
              <a:rPr lang="en-US" dirty="0"/>
              <a:t>Anti-virus blocks almost every file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By Abdirahman Mohamed Abdirahman</a:t>
            </a:r>
          </a:p>
          <a:p>
            <a:pPr marL="0" indent="0">
              <a:buNone/>
            </a:pPr>
            <a:r>
              <a:rPr lang="en-US" dirty="0" smtClean="0"/>
              <a:t>		</a:t>
            </a:r>
            <a:r>
              <a:rPr lang="en-US" dirty="0" smtClean="0"/>
              <a:t>C1240209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5159466" cy="1089529"/>
          </a:xfrm>
        </p:spPr>
        <p:txBody>
          <a:bodyPr/>
          <a:lstStyle/>
          <a:p>
            <a:r>
              <a:rPr lang="en-US" sz="3600" dirty="0" smtClean="0"/>
              <a:t>Why Anti-virus flag unwanted files</a:t>
            </a:r>
            <a:endParaRPr lang="en-US" sz="36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2095647"/>
            <a:ext cx="5368471" cy="2855175"/>
          </a:xfrm>
        </p:spPr>
        <p:txBody>
          <a:bodyPr/>
          <a:lstStyle/>
          <a:p>
            <a:r>
              <a:rPr lang="en-US" sz="2400" dirty="0"/>
              <a:t>Antivirus programs use a mix of </a:t>
            </a:r>
            <a:r>
              <a:rPr lang="en-US" sz="2400" dirty="0" smtClean="0"/>
              <a:t>databases</a:t>
            </a:r>
            <a:r>
              <a:rPr lang="en-US" sz="2400" dirty="0"/>
              <a:t>, researches, and behavior analysis to detect threats. When researches flag patterns or behaviors common to malware, </a:t>
            </a:r>
            <a:r>
              <a:rPr lang="en-US" sz="2400" dirty="0" smtClean="0"/>
              <a:t>good </a:t>
            </a:r>
            <a:r>
              <a:rPr lang="en-US" sz="2400" dirty="0"/>
              <a:t>files can be falsely identified as </a:t>
            </a:r>
            <a:r>
              <a:rPr lang="en-US" sz="2400" dirty="0" smtClean="0"/>
              <a:t>malicious</a:t>
            </a:r>
            <a:endParaRPr 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5159466" cy="978729"/>
          </a:xfrm>
        </p:spPr>
        <p:txBody>
          <a:bodyPr/>
          <a:lstStyle/>
          <a:p>
            <a:r>
              <a:rPr lang="en-US" dirty="0"/>
              <a:t>Common causes of excessive blocking</a:t>
            </a:r>
            <a:endParaRPr lang="en-US" sz="36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8" y="2095647"/>
            <a:ext cx="6021615" cy="4070022"/>
          </a:xfrm>
        </p:spPr>
        <p:txBody>
          <a:bodyPr/>
          <a:lstStyle/>
          <a:p>
            <a:pPr lvl="0"/>
            <a:r>
              <a:rPr lang="en-US" sz="1800" b="1" dirty="0"/>
              <a:t>Aggressive researches or rules:</a:t>
            </a:r>
            <a:r>
              <a:rPr lang="en-US" sz="1800" dirty="0"/>
              <a:t> AV researches or behavioral rules can misidentify legitimate actions (like deleting temporary files or unpacking archives) as malware.</a:t>
            </a:r>
          </a:p>
          <a:p>
            <a:pPr lvl="0"/>
            <a:r>
              <a:rPr lang="en-US" sz="1800" b="1" dirty="0"/>
              <a:t>Outdated or broad signatures:</a:t>
            </a:r>
            <a:r>
              <a:rPr lang="en-US" sz="1800" dirty="0"/>
              <a:t> Old databases or overly broad detection rules may match normal software.</a:t>
            </a:r>
          </a:p>
          <a:p>
            <a:pPr lvl="0"/>
            <a:r>
              <a:rPr lang="en-US" sz="1800" b="1" dirty="0"/>
              <a:t>PUA/PUP filters:</a:t>
            </a:r>
            <a:r>
              <a:rPr lang="en-US" sz="1800" dirty="0"/>
              <a:t> Detecting “potentially unwanted” apps can block harmless utilities. If enabled, PUA filters may quarantine tools deemed suspicious, even if safe.</a:t>
            </a:r>
          </a:p>
          <a:p>
            <a:pPr lvl="0"/>
            <a:r>
              <a:rPr lang="en-US" sz="1800" b="1" dirty="0"/>
              <a:t>Misconfiguration:</a:t>
            </a:r>
            <a:r>
              <a:rPr lang="en-US" sz="1800" dirty="0"/>
              <a:t> Scanning every file on a network share can trigger many false hits.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495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5159466" cy="978729"/>
          </a:xfrm>
        </p:spPr>
        <p:txBody>
          <a:bodyPr/>
          <a:lstStyle/>
          <a:p>
            <a:r>
              <a:rPr lang="en-US" dirty="0" smtClean="0"/>
              <a:t>Bala</a:t>
            </a:r>
            <a:r>
              <a:rPr lang="en-US" dirty="0" smtClean="0"/>
              <a:t>ncing between</a:t>
            </a:r>
            <a:br>
              <a:rPr lang="en-US" dirty="0" smtClean="0"/>
            </a:br>
            <a:r>
              <a:rPr lang="en-US" dirty="0" smtClean="0"/>
              <a:t>protection and false alarm</a:t>
            </a:r>
            <a:endParaRPr lang="en-US" sz="36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6755" y="1521654"/>
            <a:ext cx="7680960" cy="4918335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To keep antivirus active yet reduce unnecessary blocks, follow these </a:t>
            </a:r>
            <a:r>
              <a:rPr lang="en-US" sz="1800" dirty="0" smtClean="0"/>
              <a:t>steps:</a:t>
            </a:r>
          </a:p>
          <a:p>
            <a:pPr marL="0" indent="0">
              <a:buNone/>
            </a:pPr>
            <a:endParaRPr lang="en-US" sz="1800" dirty="0"/>
          </a:p>
          <a:p>
            <a:pPr lvl="0"/>
            <a:r>
              <a:rPr lang="en-US" sz="1800" b="1" dirty="0"/>
              <a:t>Keep everything updated:</a:t>
            </a:r>
            <a:r>
              <a:rPr lang="en-US" sz="1800" dirty="0"/>
              <a:t> Always install the latest AV program and virus-definition updates.</a:t>
            </a:r>
          </a:p>
          <a:p>
            <a:pPr lvl="0"/>
            <a:r>
              <a:rPr lang="en-US" sz="1800" b="1" dirty="0"/>
              <a:t>Verify with multiple scanners:</a:t>
            </a:r>
            <a:r>
              <a:rPr lang="en-US" sz="1800" dirty="0"/>
              <a:t> Before trusting a file’s block, scan it with a second tool (e.g. Virus­-Total). If most scanners say “clean,” the block is likely a false positive.</a:t>
            </a:r>
          </a:p>
          <a:p>
            <a:pPr lvl="0"/>
            <a:r>
              <a:rPr lang="en-US" sz="1800" b="1" dirty="0" smtClean="0"/>
              <a:t>Adjust </a:t>
            </a:r>
            <a:r>
              <a:rPr lang="en-US" sz="1800" b="1" dirty="0"/>
              <a:t>sensitivity if available:</a:t>
            </a:r>
            <a:r>
              <a:rPr lang="en-US" sz="1800" dirty="0"/>
              <a:t> Some AV settings let you lower research or behavior-detection sensitivity. For example, reducing “aggressiveness” can cut false alarms, though it may slightly lessen protection.</a:t>
            </a:r>
          </a:p>
          <a:p>
            <a:pPr lvl="0"/>
            <a:r>
              <a:rPr lang="en-US" sz="1800" b="1" dirty="0"/>
              <a:t>Whitelist confirmed safe files:</a:t>
            </a:r>
            <a:r>
              <a:rPr lang="en-US" sz="1800" dirty="0"/>
              <a:t> Once a file is verified safe, add it to your AV’s exception or whitelist so it won’t be scanned again.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802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01323FB-427E-4A8D-B473-AB0657D8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499" y="542925"/>
            <a:ext cx="5969363" cy="535531"/>
          </a:xfrm>
        </p:spPr>
        <p:txBody>
          <a:bodyPr/>
          <a:lstStyle/>
          <a:p>
            <a:r>
              <a:rPr lang="en-US" dirty="0" smtClean="0"/>
              <a:t>How to add files </a:t>
            </a:r>
            <a:r>
              <a:rPr lang="en-US" dirty="0" smtClean="0"/>
              <a:t>to White-List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EEB296-8554-4D20-B3B8-C0BBC380A5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943886"/>
              </p:ext>
            </p:extLst>
          </p:nvPr>
        </p:nvGraphicFramePr>
        <p:xfrm>
          <a:off x="444499" y="1386380"/>
          <a:ext cx="9757954" cy="4834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509">
                  <a:extLst>
                    <a:ext uri="{9D8B030D-6E8A-4147-A177-3AD203B41FA5}">
                      <a16:colId xmlns:a16="http://schemas.microsoft.com/office/drawing/2014/main" val="3559833401"/>
                    </a:ext>
                  </a:extLst>
                </a:gridCol>
                <a:gridCol w="6252445">
                  <a:extLst>
                    <a:ext uri="{9D8B030D-6E8A-4147-A177-3AD203B41FA5}">
                      <a16:colId xmlns:a16="http://schemas.microsoft.com/office/drawing/2014/main" val="82523989"/>
                    </a:ext>
                  </a:extLst>
                </a:gridCol>
              </a:tblGrid>
              <a:tr h="1304569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Windows Defender (Microsoft Defender)</a:t>
                      </a:r>
                      <a:endParaRPr lang="en-GB" sz="1600" b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Windows 10/11: </a:t>
                      </a: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Settings</a:t>
                      </a:r>
                      <a:r>
                        <a:rPr lang="en-US" sz="16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→ </a:t>
                      </a: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Update &amp; Security</a:t>
                      </a:r>
                      <a:r>
                        <a:rPr lang="en-US" sz="16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→ </a:t>
                      </a: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Windows Security </a:t>
                      </a:r>
                      <a:r>
                        <a:rPr lang="en-US" sz="16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→ </a:t>
                      </a: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Virus &amp; threat protection </a:t>
                      </a:r>
                      <a:r>
                        <a:rPr lang="en-US" sz="16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→ </a:t>
                      </a: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Manage settings</a:t>
                      </a:r>
                      <a:r>
                        <a:rPr lang="en-US" sz="16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 Scroll to </a:t>
                      </a: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Exclusions </a:t>
                      </a:r>
                      <a:r>
                        <a:rPr lang="en-US" sz="16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and click </a:t>
                      </a: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Add or remove exclusions</a:t>
                      </a:r>
                      <a:r>
                        <a:rPr lang="en-US" sz="16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 Choose File/Folder/Type/Process and browse to add</a:t>
                      </a: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6630617"/>
                  </a:ext>
                </a:extLst>
              </a:tr>
              <a:tr h="849086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err="1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Avast</a:t>
                      </a:r>
                      <a:endParaRPr lang="en-GB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120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Open </a:t>
                      </a:r>
                      <a:r>
                        <a:rPr lang="en-US" sz="1600" kern="1200" dirty="0" err="1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Avast</a:t>
                      </a:r>
                      <a:r>
                        <a:rPr lang="en-US" sz="1600" kern="120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→ </a:t>
                      </a:r>
                      <a:r>
                        <a:rPr lang="en-US" sz="1600" b="1" kern="120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Menu → Settings → General → Exceptions</a:t>
                      </a:r>
                      <a:r>
                        <a:rPr lang="en-US" sz="1600" kern="120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 Click </a:t>
                      </a:r>
                      <a:r>
                        <a:rPr lang="en-US" sz="1600" b="1" kern="120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Add Exception</a:t>
                      </a:r>
                      <a:r>
                        <a:rPr lang="en-US" sz="1600" kern="120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and select </a:t>
                      </a:r>
                      <a:r>
                        <a:rPr lang="en-US" sz="1600" b="1" kern="120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File/Folder</a:t>
                      </a:r>
                      <a:r>
                        <a:rPr lang="en-US" sz="1600" kern="120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 Browse to your item and click </a:t>
                      </a:r>
                      <a:r>
                        <a:rPr lang="en-US" sz="1600" b="1" kern="120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Add</a:t>
                      </a:r>
                      <a:r>
                        <a:rPr lang="en-US" sz="1600" kern="120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en-GB" sz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274366"/>
                  </a:ext>
                </a:extLst>
              </a:tr>
              <a:tr h="940525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Bitdefender</a:t>
                      </a:r>
                      <a:endParaRPr lang="en-GB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120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Open Bitdefender→ </a:t>
                      </a:r>
                      <a:r>
                        <a:rPr lang="en-US" sz="1600" b="1" kern="120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Protection → Antivirus → Open → Settings</a:t>
                      </a:r>
                      <a:r>
                        <a:rPr lang="en-US" sz="1600" kern="120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 Click </a:t>
                      </a:r>
                      <a:r>
                        <a:rPr lang="en-US" sz="1600" b="1" kern="120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Manage Exceptions</a:t>
                      </a:r>
                      <a:r>
                        <a:rPr lang="en-US" sz="1600" kern="120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then </a:t>
                      </a:r>
                      <a:r>
                        <a:rPr lang="en-US" sz="1600" b="1" kern="120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 Add an Exception</a:t>
                      </a:r>
                      <a:r>
                        <a:rPr lang="en-US" sz="1600" kern="120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 Enter or browse to the file/folder path and </a:t>
                      </a:r>
                      <a:r>
                        <a:rPr lang="en-US" sz="1600" b="1" kern="120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Save.</a:t>
                      </a:r>
                      <a:endParaRPr lang="en-GB" sz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71508"/>
                  </a:ext>
                </a:extLst>
              </a:tr>
              <a:tr h="1147611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Kaspersky</a:t>
                      </a:r>
                      <a:endParaRPr lang="en-GB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Open Kaspersky → </a:t>
                      </a:r>
                      <a:r>
                        <a:rPr lang="en-US" sz="16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Settings</a:t>
                      </a:r>
                      <a:r>
                        <a:rPr 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→ </a:t>
                      </a:r>
                      <a:r>
                        <a:rPr lang="en-US" sz="16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Security settings → Exclusions and actions on object detection</a:t>
                      </a:r>
                      <a:r>
                        <a:rPr 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 Click </a:t>
                      </a:r>
                      <a:r>
                        <a:rPr lang="en-US" sz="16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Manage exclusions</a:t>
                      </a:r>
                      <a:r>
                        <a:rPr 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then </a:t>
                      </a:r>
                      <a:r>
                        <a:rPr lang="en-US" sz="16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Add</a:t>
                      </a:r>
                      <a:r>
                        <a:rPr 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 Browse to or enter the file/folder, set it </a:t>
                      </a:r>
                      <a:r>
                        <a:rPr lang="en-US" sz="16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Active</a:t>
                      </a:r>
                      <a:r>
                        <a:rPr 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and click </a:t>
                      </a:r>
                      <a:r>
                        <a:rPr lang="en-US" sz="16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Add</a:t>
                      </a:r>
                      <a:r>
                        <a:rPr 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6384641"/>
                  </a:ext>
                </a:extLst>
              </a:tr>
              <a:tr h="592457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McAfee</a:t>
                      </a:r>
                      <a:endParaRPr lang="en-GB" sz="1400" dirty="0">
                        <a:solidFill>
                          <a:schemeClr val="bg1">
                            <a:lumMod val="9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Open McAfee → </a:t>
                      </a:r>
                      <a:r>
                        <a:rPr lang="en-US" sz="16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PC Security (Windows) → Real-Time Scanning</a:t>
                      </a:r>
                      <a:r>
                        <a:rPr 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 Click </a:t>
                      </a:r>
                      <a:r>
                        <a:rPr lang="en-US" sz="16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Excluded Files</a:t>
                      </a:r>
                      <a:r>
                        <a:rPr 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then </a:t>
                      </a:r>
                      <a:r>
                        <a:rPr lang="en-US" sz="16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Add File</a:t>
                      </a:r>
                      <a:r>
                        <a:rPr 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 Browse and select the file, click </a:t>
                      </a:r>
                      <a:r>
                        <a:rPr lang="en-US" sz="16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OK</a:t>
                      </a:r>
                      <a:r>
                        <a:rPr 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400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935587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398C1C-6656-4A73-A680-62A81CDC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425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0696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0</TotalTime>
  <Words>460</Words>
  <Application>Microsoft Office PowerPoint</Application>
  <PresentationFormat>Widescreen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Tahoma</vt:lpstr>
      <vt:lpstr>Times New Roman</vt:lpstr>
      <vt:lpstr>Trade Gothic LT Pro</vt:lpstr>
      <vt:lpstr>Trebuchet MS</vt:lpstr>
      <vt:lpstr>Office Theme</vt:lpstr>
      <vt:lpstr>Anti-virus blocks almost every file</vt:lpstr>
      <vt:lpstr>Why Anti-virus flag unwanted files</vt:lpstr>
      <vt:lpstr>Common causes of excessive blocking</vt:lpstr>
      <vt:lpstr>Balancing between protection and false alarm</vt:lpstr>
      <vt:lpstr>How to add files to White-List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2026-01-18T15:43:05Z</dcterms:created>
  <dcterms:modified xsi:type="dcterms:W3CDTF">2026-01-18T18:48:14Z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